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9" r:id="rId2"/>
    <p:sldId id="260" r:id="rId3"/>
  </p:sldIdLst>
  <p:sldSz cx="7559675" cy="5327650"/>
  <p:notesSz cx="6858000" cy="9144000"/>
  <p:embeddedFontLst>
    <p:embeddedFont>
      <p:font typeface="Libre Barcode 39" pitchFamily="2" charset="0"/>
      <p:regular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78" userDrawn="1">
          <p15:clr>
            <a:srgbClr val="747775"/>
          </p15:clr>
        </p15:guide>
        <p15:guide id="2" pos="238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08" y="12"/>
      </p:cViewPr>
      <p:guideLst>
        <p:guide orient="horz" pos="167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685800"/>
            <a:ext cx="4864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9A4D979-67D3-C31C-ED48-2AA3EDAF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5D2F912-B581-D652-FFA0-0C82AEEC4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685800"/>
            <a:ext cx="4864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5C7B89F-3655-A69B-C59D-357712206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555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B9A8AB-FD42-D22B-3B67-BF0BDC71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ECAC629-76F3-2A92-5699-D0779A6B3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685800"/>
            <a:ext cx="4864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87185CE-FD3B-B5A8-4F68-53AD54FEA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859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694" y="2227857"/>
            <a:ext cx="7044288" cy="8719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729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694" y="460958"/>
            <a:ext cx="7044288" cy="593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694" y="1193736"/>
            <a:ext cx="7044288" cy="3538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73556" lvl="0" indent="-355166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47113" lvl="1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20670" lvl="2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94227" lvl="3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367783" lvl="4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841339" lvl="5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314897" lvl="6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788452" lvl="7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262008" lvl="8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694" y="460958"/>
            <a:ext cx="7044288" cy="593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694" y="1193736"/>
            <a:ext cx="3306862" cy="3538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73556" lvl="0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50"/>
            </a:lvl1pPr>
            <a:lvl2pPr marL="947113" lvl="1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2pPr>
            <a:lvl3pPr marL="1420670" lvl="2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3pPr>
            <a:lvl4pPr marL="1894227" lvl="3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4pPr>
            <a:lvl5pPr marL="2367783" lvl="4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5pPr>
            <a:lvl6pPr marL="2841339" lvl="5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6pPr>
            <a:lvl7pPr marL="3314897" lvl="6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7pPr>
            <a:lvl8pPr marL="3788452" lvl="7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8pPr>
            <a:lvl9pPr marL="4262008" lvl="8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119" y="1193736"/>
            <a:ext cx="3306862" cy="3538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73556" lvl="0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50"/>
            </a:lvl1pPr>
            <a:lvl2pPr marL="947113" lvl="1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2pPr>
            <a:lvl3pPr marL="1420670" lvl="2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3pPr>
            <a:lvl4pPr marL="1894227" lvl="3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4pPr>
            <a:lvl5pPr marL="2367783" lvl="4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5pPr>
            <a:lvl6pPr marL="2841339" lvl="5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6pPr>
            <a:lvl7pPr marL="3314897" lvl="6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7pPr>
            <a:lvl8pPr marL="3788452" lvl="7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8pPr>
            <a:lvl9pPr marL="4262008" lvl="8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694" y="460958"/>
            <a:ext cx="7044288" cy="593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694" y="575492"/>
            <a:ext cx="2321475" cy="7827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86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694" y="1439351"/>
            <a:ext cx="2321475" cy="329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73556" lvl="0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1pPr>
            <a:lvl2pPr marL="947113" lvl="1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2pPr>
            <a:lvl3pPr marL="1420670" lvl="2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3pPr>
            <a:lvl4pPr marL="1894227" lvl="3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4pPr>
            <a:lvl5pPr marL="2367783" lvl="4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5pPr>
            <a:lvl6pPr marL="2841339" lvl="5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6pPr>
            <a:lvl7pPr marL="3314897" lvl="6" indent="-31570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43"/>
            </a:lvl7pPr>
            <a:lvl8pPr marL="3788452" lvl="7" indent="-31570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43"/>
            </a:lvl8pPr>
            <a:lvl9pPr marL="4262008" lvl="8" indent="-31570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4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07" y="466266"/>
            <a:ext cx="5264490" cy="42372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972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9837" y="-129"/>
            <a:ext cx="3779838" cy="53276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4698" tIns="94698" rIns="94698" bIns="9469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498" y="1277326"/>
            <a:ext cx="3344313" cy="15353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35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498" y="2903432"/>
            <a:ext cx="3344313" cy="1279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7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663" y="749999"/>
            <a:ext cx="3172186" cy="38273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73556" lvl="0" indent="-355166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47113" lvl="1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20670" lvl="2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94227" lvl="3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367783" lvl="4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841339" lvl="5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314897" lvl="6" indent="-32885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788452" lvl="7" indent="-32885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262008" lvl="8" indent="-32885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694" y="4382040"/>
            <a:ext cx="4959425" cy="6267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73556" lvl="0" indent="-2367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694" y="1145727"/>
            <a:ext cx="7044288" cy="20337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42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694" y="3265082"/>
            <a:ext cx="7044288" cy="1347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73556" lvl="0" indent="-355166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47113" lvl="1" indent="-32885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20670" lvl="2" indent="-32885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94227" lvl="3" indent="-328858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367783" lvl="4" indent="-32885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841339" lvl="5" indent="-32885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314897" lvl="6" indent="-328858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788452" lvl="7" indent="-32885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262008" lvl="8" indent="-32885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00" y="771233"/>
            <a:ext cx="7044288" cy="2126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99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694" y="2935595"/>
            <a:ext cx="7044288" cy="820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15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462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694" y="460958"/>
            <a:ext cx="7044288" cy="59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694" y="1193736"/>
            <a:ext cx="7044288" cy="3538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487" y="4830172"/>
            <a:ext cx="453630" cy="40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36">
                <a:solidFill>
                  <a:schemeClr val="dk2"/>
                </a:solidFill>
              </a:defRPr>
            </a:lvl1pPr>
            <a:lvl2pPr lvl="1" algn="r">
              <a:buNone/>
              <a:defRPr sz="1036">
                <a:solidFill>
                  <a:schemeClr val="dk2"/>
                </a:solidFill>
              </a:defRPr>
            </a:lvl2pPr>
            <a:lvl3pPr lvl="2" algn="r">
              <a:buNone/>
              <a:defRPr sz="1036">
                <a:solidFill>
                  <a:schemeClr val="dk2"/>
                </a:solidFill>
              </a:defRPr>
            </a:lvl3pPr>
            <a:lvl4pPr lvl="3" algn="r">
              <a:buNone/>
              <a:defRPr sz="1036">
                <a:solidFill>
                  <a:schemeClr val="dk2"/>
                </a:solidFill>
              </a:defRPr>
            </a:lvl4pPr>
            <a:lvl5pPr lvl="4" algn="r">
              <a:buNone/>
              <a:defRPr sz="1036">
                <a:solidFill>
                  <a:schemeClr val="dk2"/>
                </a:solidFill>
              </a:defRPr>
            </a:lvl5pPr>
            <a:lvl6pPr lvl="5" algn="r">
              <a:buNone/>
              <a:defRPr sz="1036">
                <a:solidFill>
                  <a:schemeClr val="dk2"/>
                </a:solidFill>
              </a:defRPr>
            </a:lvl6pPr>
            <a:lvl7pPr lvl="6" algn="r">
              <a:buNone/>
              <a:defRPr sz="1036">
                <a:solidFill>
                  <a:schemeClr val="dk2"/>
                </a:solidFill>
              </a:defRPr>
            </a:lvl7pPr>
            <a:lvl8pPr lvl="7" algn="r">
              <a:buNone/>
              <a:defRPr sz="1036">
                <a:solidFill>
                  <a:schemeClr val="dk2"/>
                </a:solidFill>
              </a:defRPr>
            </a:lvl8pPr>
            <a:lvl9pPr lvl="8" algn="r">
              <a:buNone/>
              <a:defRPr sz="1036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F5CBA9-90C2-3129-DA39-EB62F60D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marathon-bd.png">
            <a:extLst>
              <a:ext uri="{FF2B5EF4-FFF2-40B4-BE49-F238E27FC236}">
                <a16:creationId xmlns:a16="http://schemas.microsoft.com/office/drawing/2014/main" id="{C8FB7BFD-886D-DAB8-F779-E50740341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7758"/>
          <a:stretch/>
        </p:blipFill>
        <p:spPr>
          <a:xfrm>
            <a:off x="-1" y="537667"/>
            <a:ext cx="7559675" cy="478998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6F6D5205-1D4B-1D34-B916-07AF2DF4CD56}"/>
              </a:ext>
            </a:extLst>
          </p:cNvPr>
          <p:cNvSpPr/>
          <p:nvPr/>
        </p:nvSpPr>
        <p:spPr>
          <a:xfrm>
            <a:off x="-1" y="1"/>
            <a:ext cx="4398071" cy="896389"/>
          </a:xfrm>
          <a:custGeom>
            <a:avLst/>
            <a:gdLst/>
            <a:ahLst/>
            <a:cxnLst/>
            <a:rect l="l" t="t" r="r" b="b"/>
            <a:pathLst>
              <a:path w="212792" h="43370" extrusionOk="0">
                <a:moveTo>
                  <a:pt x="212792" y="0"/>
                </a:moveTo>
                <a:lnTo>
                  <a:pt x="0" y="0"/>
                </a:lnTo>
                <a:lnTo>
                  <a:pt x="0" y="43370"/>
                </a:lnTo>
                <a:lnTo>
                  <a:pt x="157264" y="43370"/>
                </a:lnTo>
                <a:close/>
              </a:path>
            </a:pathLst>
          </a:custGeom>
          <a:gradFill>
            <a:gsLst>
              <a:gs pos="0">
                <a:srgbClr val="1F3B17"/>
              </a:gs>
              <a:gs pos="100000">
                <a:srgbClr val="356627"/>
              </a:gs>
              <a:gs pos="100000">
                <a:srgbClr val="203E13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en-US" sz="1157" dirty="0"/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3EA45222-7862-66DE-F7E6-3D1152C8385D}"/>
              </a:ext>
            </a:extLst>
          </p:cNvPr>
          <p:cNvSpPr/>
          <p:nvPr/>
        </p:nvSpPr>
        <p:spPr>
          <a:xfrm rot="10800000">
            <a:off x="3247030" y="-1"/>
            <a:ext cx="4312644" cy="896389"/>
          </a:xfrm>
          <a:custGeom>
            <a:avLst/>
            <a:gdLst/>
            <a:ahLst/>
            <a:cxnLst/>
            <a:rect l="l" t="t" r="r" b="b"/>
            <a:pathLst>
              <a:path w="212792" h="43370" extrusionOk="0">
                <a:moveTo>
                  <a:pt x="212792" y="0"/>
                </a:moveTo>
                <a:lnTo>
                  <a:pt x="0" y="0"/>
                </a:lnTo>
                <a:lnTo>
                  <a:pt x="0" y="43370"/>
                </a:lnTo>
                <a:lnTo>
                  <a:pt x="157264" y="43370"/>
                </a:lnTo>
                <a:close/>
              </a:path>
            </a:pathLst>
          </a:custGeom>
          <a:solidFill>
            <a:srgbClr val="1155CC"/>
          </a:solidFill>
          <a:ln>
            <a:noFill/>
          </a:ln>
        </p:spPr>
        <p:txBody>
          <a:bodyPr/>
          <a:lstStyle/>
          <a:p>
            <a:endParaRPr lang="en-US" sz="1157"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F07C2BCB-AD21-A9A9-7802-1E8B8FC14D3E}"/>
              </a:ext>
            </a:extLst>
          </p:cNvPr>
          <p:cNvSpPr txBox="1"/>
          <p:nvPr/>
        </p:nvSpPr>
        <p:spPr>
          <a:xfrm>
            <a:off x="861650" y="87013"/>
            <a:ext cx="2914989" cy="6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r>
              <a:rPr lang="en" sz="3555" dirty="0">
                <a:solidFill>
                  <a:schemeClr val="lt1"/>
                </a:solidFill>
              </a:rPr>
              <a:t>RunKumbh</a:t>
            </a:r>
            <a:endParaRPr sz="3555" dirty="0">
              <a:solidFill>
                <a:schemeClr val="lt1"/>
              </a:solidFill>
            </a:endParaRPr>
          </a:p>
        </p:txBody>
      </p:sp>
      <p:pic>
        <p:nvPicPr>
          <p:cNvPr id="58" name="Google Shape;58;p13" title="rvitm-logo-w.png">
            <a:extLst>
              <a:ext uri="{FF2B5EF4-FFF2-40B4-BE49-F238E27FC236}">
                <a16:creationId xmlns:a16="http://schemas.microsoft.com/office/drawing/2014/main" id="{9EB9E212-DE55-297B-0B8A-33C222AE221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64" y="87013"/>
            <a:ext cx="699916" cy="6999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9" name="Google Shape;59;p13" title="ncc-logo.png">
            <a:extLst>
              <a:ext uri="{FF2B5EF4-FFF2-40B4-BE49-F238E27FC236}">
                <a16:creationId xmlns:a16="http://schemas.microsoft.com/office/drawing/2014/main" id="{875E1CC4-7F57-9741-425F-298EDC271E0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477" y="87013"/>
            <a:ext cx="498563" cy="747617"/>
          </a:xfrm>
          <a:prstGeom prst="rect">
            <a:avLst/>
          </a:prstGeom>
          <a:noFill/>
          <a:ln>
            <a:noFill/>
          </a:ln>
          <a:effectLst>
            <a:outerShdw blurRad="457200" dist="19050" dir="4200000" algn="bl" rotWithShape="0">
              <a:srgbClr val="000000"/>
            </a:outerShdw>
          </a:effectLst>
        </p:spPr>
      </p:pic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84E4C4AF-58C7-F749-9562-5A203475442C}"/>
              </a:ext>
            </a:extLst>
          </p:cNvPr>
          <p:cNvSpPr/>
          <p:nvPr/>
        </p:nvSpPr>
        <p:spPr>
          <a:xfrm>
            <a:off x="1671189" y="1951013"/>
            <a:ext cx="4210898" cy="1425624"/>
          </a:xfrm>
          <a:prstGeom prst="roundRect">
            <a:avLst>
              <a:gd name="adj" fmla="val 2743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endParaRPr sz="7026" dirty="0"/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BA70C0CA-50AB-820B-D43C-155F71013FFF}"/>
              </a:ext>
            </a:extLst>
          </p:cNvPr>
          <p:cNvSpPr txBox="1"/>
          <p:nvPr/>
        </p:nvSpPr>
        <p:spPr>
          <a:xfrm>
            <a:off x="4535382" y="193724"/>
            <a:ext cx="2498810" cy="50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84" tIns="75584" rIns="75584" bIns="75584" anchor="t" anchorCtr="0">
            <a:noAutofit/>
          </a:bodyPr>
          <a:lstStyle/>
          <a:p>
            <a:endParaRPr sz="2315" dirty="0">
              <a:solidFill>
                <a:schemeClr val="lt1"/>
              </a:solidFill>
            </a:endParaRPr>
          </a:p>
        </p:txBody>
      </p:sp>
      <p:sp>
        <p:nvSpPr>
          <p:cNvPr id="5" name="Google Shape;62;p13">
            <a:extLst>
              <a:ext uri="{FF2B5EF4-FFF2-40B4-BE49-F238E27FC236}">
                <a16:creationId xmlns:a16="http://schemas.microsoft.com/office/drawing/2014/main" id="{AC210A85-718B-3E91-331B-A7A5BD744AAE}"/>
              </a:ext>
            </a:extLst>
          </p:cNvPr>
          <p:cNvSpPr/>
          <p:nvPr/>
        </p:nvSpPr>
        <p:spPr>
          <a:xfrm>
            <a:off x="4065552" y="4622766"/>
            <a:ext cx="2492148" cy="588801"/>
          </a:xfrm>
          <a:prstGeom prst="roundRect">
            <a:avLst>
              <a:gd name="adj" fmla="val 33081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584" tIns="75584" rIns="75584" bIns="75584" anchor="t" anchorCtr="1">
            <a:noAutofit/>
          </a:bodyPr>
          <a:lstStyle/>
          <a:p>
            <a:pPr algn="ctr">
              <a:lnSpc>
                <a:spcPct val="80000"/>
              </a:lnSpc>
            </a:pPr>
            <a:endParaRPr lang="en-US" sz="4960" dirty="0">
              <a:latin typeface="Libre Barcode 39"/>
              <a:ea typeface="Libre Barcode 39"/>
              <a:cs typeface="Libre Barcode 39"/>
              <a:sym typeface="Libre Barcode 39"/>
            </a:endParaRPr>
          </a:p>
        </p:txBody>
      </p:sp>
      <p:sp>
        <p:nvSpPr>
          <p:cNvPr id="6" name="Google Shape;64;p13">
            <a:extLst>
              <a:ext uri="{FF2B5EF4-FFF2-40B4-BE49-F238E27FC236}">
                <a16:creationId xmlns:a16="http://schemas.microsoft.com/office/drawing/2014/main" id="{7E9B0118-4557-95FB-E88F-B53D84020A9B}"/>
              </a:ext>
            </a:extLst>
          </p:cNvPr>
          <p:cNvSpPr/>
          <p:nvPr/>
        </p:nvSpPr>
        <p:spPr>
          <a:xfrm>
            <a:off x="1288341" y="4662696"/>
            <a:ext cx="1629788" cy="577941"/>
          </a:xfrm>
          <a:prstGeom prst="roundRect">
            <a:avLst>
              <a:gd name="adj" fmla="val 36603"/>
            </a:avLst>
          </a:prstGeom>
          <a:solidFill>
            <a:srgbClr val="88080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endParaRPr sz="2728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009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4C3DA21-AD3D-291B-7C7C-D7C0CF6C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marathon-bd.png">
            <a:extLst>
              <a:ext uri="{FF2B5EF4-FFF2-40B4-BE49-F238E27FC236}">
                <a16:creationId xmlns:a16="http://schemas.microsoft.com/office/drawing/2014/main" id="{C0274DE9-309E-539C-F8B8-07B4CB9FDD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7758"/>
          <a:stretch/>
        </p:blipFill>
        <p:spPr>
          <a:xfrm>
            <a:off x="-1" y="537667"/>
            <a:ext cx="7559675" cy="478998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173E159B-EAF2-BFA9-78F1-7258B710266A}"/>
              </a:ext>
            </a:extLst>
          </p:cNvPr>
          <p:cNvSpPr/>
          <p:nvPr/>
        </p:nvSpPr>
        <p:spPr>
          <a:xfrm>
            <a:off x="-1" y="1"/>
            <a:ext cx="4398071" cy="896389"/>
          </a:xfrm>
          <a:custGeom>
            <a:avLst/>
            <a:gdLst/>
            <a:ahLst/>
            <a:cxnLst/>
            <a:rect l="l" t="t" r="r" b="b"/>
            <a:pathLst>
              <a:path w="212792" h="43370" extrusionOk="0">
                <a:moveTo>
                  <a:pt x="212792" y="0"/>
                </a:moveTo>
                <a:lnTo>
                  <a:pt x="0" y="0"/>
                </a:lnTo>
                <a:lnTo>
                  <a:pt x="0" y="43370"/>
                </a:lnTo>
                <a:lnTo>
                  <a:pt x="157264" y="43370"/>
                </a:lnTo>
                <a:close/>
              </a:path>
            </a:pathLst>
          </a:custGeom>
          <a:gradFill>
            <a:gsLst>
              <a:gs pos="0">
                <a:srgbClr val="1F3B17"/>
              </a:gs>
              <a:gs pos="100000">
                <a:srgbClr val="356627"/>
              </a:gs>
              <a:gs pos="100000">
                <a:srgbClr val="203E13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en-US" sz="1157" dirty="0"/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A1166837-3BC8-C536-AB43-9235B50CB5B9}"/>
              </a:ext>
            </a:extLst>
          </p:cNvPr>
          <p:cNvSpPr/>
          <p:nvPr/>
        </p:nvSpPr>
        <p:spPr>
          <a:xfrm rot="10800000">
            <a:off x="3247029" y="-1"/>
            <a:ext cx="4312645" cy="896389"/>
          </a:xfrm>
          <a:custGeom>
            <a:avLst/>
            <a:gdLst/>
            <a:ahLst/>
            <a:cxnLst/>
            <a:rect l="l" t="t" r="r" b="b"/>
            <a:pathLst>
              <a:path w="212792" h="43370" extrusionOk="0">
                <a:moveTo>
                  <a:pt x="212792" y="0"/>
                </a:moveTo>
                <a:lnTo>
                  <a:pt x="0" y="0"/>
                </a:lnTo>
                <a:lnTo>
                  <a:pt x="0" y="43370"/>
                </a:lnTo>
                <a:lnTo>
                  <a:pt x="157264" y="43370"/>
                </a:lnTo>
                <a:close/>
              </a:path>
            </a:pathLst>
          </a:custGeom>
          <a:solidFill>
            <a:srgbClr val="00B000"/>
          </a:solidFill>
          <a:ln>
            <a:noFill/>
          </a:ln>
        </p:spPr>
        <p:txBody>
          <a:bodyPr/>
          <a:lstStyle/>
          <a:p>
            <a:endParaRPr lang="en-US" sz="1157"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3B55FACF-D616-2AB2-6315-64526C3C632D}"/>
              </a:ext>
            </a:extLst>
          </p:cNvPr>
          <p:cNvSpPr txBox="1"/>
          <p:nvPr/>
        </p:nvSpPr>
        <p:spPr>
          <a:xfrm>
            <a:off x="861650" y="87013"/>
            <a:ext cx="2914989" cy="6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r>
              <a:rPr lang="en" sz="3555" dirty="0">
                <a:solidFill>
                  <a:schemeClr val="lt1"/>
                </a:solidFill>
              </a:rPr>
              <a:t>RunKumbh</a:t>
            </a:r>
            <a:endParaRPr sz="3555" dirty="0">
              <a:solidFill>
                <a:schemeClr val="lt1"/>
              </a:solidFill>
            </a:endParaRPr>
          </a:p>
        </p:txBody>
      </p:sp>
      <p:pic>
        <p:nvPicPr>
          <p:cNvPr id="58" name="Google Shape;58;p13" title="rvitm-logo-w.png">
            <a:extLst>
              <a:ext uri="{FF2B5EF4-FFF2-40B4-BE49-F238E27FC236}">
                <a16:creationId xmlns:a16="http://schemas.microsoft.com/office/drawing/2014/main" id="{9E2442EA-058F-9F62-3D16-A8EC52BCF48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64" y="87013"/>
            <a:ext cx="699916" cy="6999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9" name="Google Shape;59;p13" title="ncc-logo.png">
            <a:extLst>
              <a:ext uri="{FF2B5EF4-FFF2-40B4-BE49-F238E27FC236}">
                <a16:creationId xmlns:a16="http://schemas.microsoft.com/office/drawing/2014/main" id="{A86E8F77-D6E1-D057-44C2-EDDBBC66848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477" y="87013"/>
            <a:ext cx="498563" cy="747617"/>
          </a:xfrm>
          <a:prstGeom prst="rect">
            <a:avLst/>
          </a:prstGeom>
          <a:noFill/>
          <a:ln>
            <a:noFill/>
          </a:ln>
          <a:effectLst>
            <a:outerShdw blurRad="457200" dist="19050" dir="4200000" algn="bl" rotWithShape="0">
              <a:srgbClr val="000000"/>
            </a:outerShdw>
          </a:effectLst>
        </p:spPr>
      </p:pic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CC3EF6B8-ECA2-ED12-41A1-71396F5CF344}"/>
              </a:ext>
            </a:extLst>
          </p:cNvPr>
          <p:cNvSpPr/>
          <p:nvPr/>
        </p:nvSpPr>
        <p:spPr>
          <a:xfrm>
            <a:off x="1671189" y="1951013"/>
            <a:ext cx="4210898" cy="1425624"/>
          </a:xfrm>
          <a:prstGeom prst="roundRect">
            <a:avLst>
              <a:gd name="adj" fmla="val 2743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endParaRPr sz="7026" dirty="0"/>
          </a:p>
        </p:txBody>
      </p:sp>
      <p:sp>
        <p:nvSpPr>
          <p:cNvPr id="3" name="Google Shape;62;p13">
            <a:extLst>
              <a:ext uri="{FF2B5EF4-FFF2-40B4-BE49-F238E27FC236}">
                <a16:creationId xmlns:a16="http://schemas.microsoft.com/office/drawing/2014/main" id="{CD1F4734-5634-AFF5-8B44-8E7F0B69A38F}"/>
              </a:ext>
            </a:extLst>
          </p:cNvPr>
          <p:cNvSpPr/>
          <p:nvPr/>
        </p:nvSpPr>
        <p:spPr>
          <a:xfrm>
            <a:off x="4157277" y="4662695"/>
            <a:ext cx="2492148" cy="588801"/>
          </a:xfrm>
          <a:prstGeom prst="roundRect">
            <a:avLst>
              <a:gd name="adj" fmla="val 33081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584" tIns="75584" rIns="75584" bIns="75584" anchor="t" anchorCtr="1">
            <a:noAutofit/>
          </a:bodyPr>
          <a:lstStyle/>
          <a:p>
            <a:pPr algn="ctr">
              <a:lnSpc>
                <a:spcPct val="80000"/>
              </a:lnSpc>
            </a:pPr>
            <a:endParaRPr lang="en-US" sz="4960" dirty="0">
              <a:latin typeface="Libre Barcode 39"/>
              <a:ea typeface="Libre Barcode 39"/>
              <a:cs typeface="Libre Barcode 39"/>
              <a:sym typeface="Libre Barcode 39"/>
            </a:endParaRPr>
          </a:p>
        </p:txBody>
      </p:sp>
      <p:sp>
        <p:nvSpPr>
          <p:cNvPr id="4" name="Google Shape;64;p13">
            <a:extLst>
              <a:ext uri="{FF2B5EF4-FFF2-40B4-BE49-F238E27FC236}">
                <a16:creationId xmlns:a16="http://schemas.microsoft.com/office/drawing/2014/main" id="{D2996FA4-5B55-2912-1017-158C6084E569}"/>
              </a:ext>
            </a:extLst>
          </p:cNvPr>
          <p:cNvSpPr/>
          <p:nvPr/>
        </p:nvSpPr>
        <p:spPr>
          <a:xfrm>
            <a:off x="1446428" y="4662695"/>
            <a:ext cx="1505211" cy="588801"/>
          </a:xfrm>
          <a:prstGeom prst="roundRect">
            <a:avLst>
              <a:gd name="adj" fmla="val 36603"/>
            </a:avLst>
          </a:prstGeom>
          <a:solidFill>
            <a:srgbClr val="88080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75584" tIns="75584" rIns="75584" bIns="75584" anchor="ctr" anchorCtr="0">
            <a:noAutofit/>
          </a:bodyPr>
          <a:lstStyle/>
          <a:p>
            <a:pPr algn="ctr"/>
            <a:endParaRPr sz="2728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1295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</Words>
  <Application>Microsoft Office PowerPoint</Application>
  <PresentationFormat>Custom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Libre Barcode 39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kspranav2006@gmail.com</cp:lastModifiedBy>
  <cp:revision>8</cp:revision>
  <dcterms:modified xsi:type="dcterms:W3CDTF">2026-04-21T06:23:38Z</dcterms:modified>
</cp:coreProperties>
</file>