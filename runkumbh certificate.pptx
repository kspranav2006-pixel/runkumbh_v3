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D234-2E5C-9844-AFDF-7B0F1532D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29FFA-7CA9-6C6F-45C9-9E3903031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BEEF-0A54-3232-7A67-BB6A3CD7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E3171-E014-8916-9C97-F0B2A294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E0425-441C-9973-61D1-3F045F1A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63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D849-80D3-49F2-7557-193666980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8DE61-B72C-D63A-AE96-C485FD3D9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2A86D-1F7E-53FE-1A12-7AD09AA15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34F3D-1C22-233F-9A1F-2A7EE79C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FC652-323D-CAC4-FF9D-798778A7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13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ACA9-3EFB-C493-3FB8-CC62DE9F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8E742-4E72-46BE-241A-F75D6BFF9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53C7C-1E93-A252-91E2-DABBD6E0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C8047-D2AB-84D6-F5A6-F0CD912B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FC6D9-470A-12E9-91E2-035749C1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594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8A54-4C60-0E05-0167-1E76487A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CF8CC-0D63-6886-A3C7-F35FBCD5C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6EE44-1843-158B-4C27-121E53944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16237-EB2C-1275-D811-A8680FA45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582-141E-B59D-631C-34B3A25E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50498-FFB2-1621-6390-7AEA2879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843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EBD0-AF2B-E5BA-CE19-01FDC16CA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9016F-1166-D1B7-8A76-0E452029C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EB722-88F0-0A7E-90E0-175E8396A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80B48-1152-7592-F4EF-CBF47D021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0F1B1-92D8-E01A-9332-8CEAD3322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A044F6-AEDA-5842-5E85-ADA6FBD2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8CADB0-8B75-022A-4162-5D26B62A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6E600-BEAC-6299-436A-0BB94D6E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35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9CD1-CBFC-98F4-C914-6B29A749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95C27-6A77-F296-5BB1-2812DBC56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7E087-2D8A-3D52-A10D-0745B4AD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BD014-7E09-7A9E-C41A-FCE6FCD5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018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F8F7F4-E796-EAEC-E85A-1A68A2EC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38E86-B16F-18BF-9ABA-F8A7C626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E3127-316D-DA68-1E01-F06AB6DD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75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5013-0536-3D4E-DEC4-63A57B2FA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F0FB-D98A-7709-8359-62C7864CD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1FEE9-8FB0-B742-9293-55D1D73CD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401D9-5273-12FF-B0E0-D32970AE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CA333-545E-BFEF-EA2E-9C2CD945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486F8-2B44-FAD0-97A0-7879C8C9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9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9D66-D7BB-A174-47CF-716AA57B1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1CDC32-553B-71D8-C99D-09838CD6D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FB16C-71BA-3580-2C76-72776DF6C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B0842-DD15-766F-AC33-BC1D5B27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533F0-7393-6484-AF36-F6043746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A8F2F-8338-B218-9F47-ADDFE89C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47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F539-868E-78EC-1AE2-544D3FCF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7C68D-ED4C-2FB1-5B8F-C7F2D29AF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FD83F-60B1-A9AB-4A5A-E9ACB628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D2B77-9BD2-8FB1-EC74-1061B8B76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11E22-7E89-5258-7C14-281EE0D5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98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8694E-3113-2B8E-FB94-AD8ED7434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B7686-74A9-5ED4-400B-DBFCD4AF4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0C2CD-4AD8-F2CC-E355-2E4894A2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629EC-7133-1A7E-243A-BA879D83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EA546-F5BC-548F-EE90-1EA7EEBF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39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688C7-43C7-D0A4-C0B5-CEE26EF8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47E07-797C-A338-4A52-C6D035E0B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38C42-5839-3F95-50B1-69CF2D0BF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16614-5F37-47EC-A085-7CAD3A0137B4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D9D39-8827-5687-887B-E8A04799B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F5BBA-2587-3C55-B34C-6C541F8C4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D2DC1-453F-4F7C-B7D0-FB2F511A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47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DDF0B-9EF1-874F-1E6B-58C479AFE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3" name="Picture 12" descr="rvitm-logo.png">
            <a:extLst>
              <a:ext uri="{FF2B5EF4-FFF2-40B4-BE49-F238E27FC236}">
                <a16:creationId xmlns:a16="http://schemas.microsoft.com/office/drawing/2014/main" id="{E4100825-A56C-9295-7206-8B30EC49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43" y="156344"/>
            <a:ext cx="1778619" cy="17786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6B1097-10F9-40D6-ACA5-2C9AAB085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452" y="154112"/>
            <a:ext cx="1187605" cy="17808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D8BC402-B510-6D56-5241-B7BB54633BDA}"/>
              </a:ext>
            </a:extLst>
          </p:cNvPr>
          <p:cNvSpPr txBox="1"/>
          <p:nvPr/>
        </p:nvSpPr>
        <p:spPr>
          <a:xfrm>
            <a:off x="2435956" y="521317"/>
            <a:ext cx="7911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RV Institute of Technology and Management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44CDD-8CD2-33E7-8F1C-572152511E05}"/>
              </a:ext>
            </a:extLst>
          </p:cNvPr>
          <p:cNvSpPr txBox="1"/>
          <p:nvPr/>
        </p:nvSpPr>
        <p:spPr>
          <a:xfrm>
            <a:off x="2136981" y="1044537"/>
            <a:ext cx="8509052" cy="650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Sy. No. 171/5, </a:t>
            </a:r>
            <a:r>
              <a:rPr lang="en-IN" dirty="0" err="1"/>
              <a:t>Kothanur</a:t>
            </a:r>
            <a:r>
              <a:rPr lang="en-IN" dirty="0"/>
              <a:t>, 8th Phase, JP Nagar, Bengaluru - 560076,Karnataka, India (Affiliated to Visvesvaraya Technological University)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AD4DF6-486B-1FEE-8C71-3725A7C6A192}"/>
              </a:ext>
            </a:extLst>
          </p:cNvPr>
          <p:cNvSpPr txBox="1"/>
          <p:nvPr/>
        </p:nvSpPr>
        <p:spPr>
          <a:xfrm>
            <a:off x="2435954" y="1519464"/>
            <a:ext cx="7911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 err="1">
                <a:latin typeface="Script MT Bold" panose="03040602040607080904" pitchFamily="66" charset="0"/>
              </a:rPr>
              <a:t>RunKumbh</a:t>
            </a:r>
            <a:r>
              <a:rPr lang="en-IN" sz="4800" dirty="0">
                <a:latin typeface="Script MT Bold" panose="03040602040607080904" pitchFamily="66" charset="0"/>
              </a:rPr>
              <a:t>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2F015D-A56B-72FA-B1F2-6D27528B5169}"/>
              </a:ext>
            </a:extLst>
          </p:cNvPr>
          <p:cNvSpPr txBox="1"/>
          <p:nvPr/>
        </p:nvSpPr>
        <p:spPr>
          <a:xfrm>
            <a:off x="179943" y="2170163"/>
            <a:ext cx="11832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Certificate of Participation</a:t>
            </a:r>
            <a:endParaRPr lang="en-IN" sz="6000" dirty="0">
              <a:latin typeface="Algerian" panose="04020705040A02060702" pitchFamily="8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7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Aptos</vt:lpstr>
      <vt:lpstr>Aptos Display</vt:lpstr>
      <vt:lpstr>Arial</vt:lpstr>
      <vt:lpstr>Script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kspranav2006@gmail.com</dc:creator>
  <cp:lastModifiedBy>kspranav2006@gmail.com</cp:lastModifiedBy>
  <cp:revision>1</cp:revision>
  <dcterms:created xsi:type="dcterms:W3CDTF">2026-05-20T12:02:27Z</dcterms:created>
  <dcterms:modified xsi:type="dcterms:W3CDTF">2026-05-20T14:12:32Z</dcterms:modified>
</cp:coreProperties>
</file>